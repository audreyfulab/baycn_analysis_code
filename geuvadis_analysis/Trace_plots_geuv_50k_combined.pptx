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109728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5"/>
    <p:restoredTop sz="94714"/>
  </p:normalViewPr>
  <p:slideViewPr>
    <p:cSldViewPr snapToGrid="0">
      <p:cViewPr varScale="1">
        <p:scale>
          <a:sx n="142" d="100"/>
          <a:sy n="142" d="100"/>
        </p:scale>
        <p:origin x="200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598593"/>
            <a:ext cx="8229600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21087"/>
            <a:ext cx="8229600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92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0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911860"/>
            <a:ext cx="9464040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2447714"/>
            <a:ext cx="9464040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3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973666"/>
            <a:ext cx="466344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973666"/>
            <a:ext cx="466344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495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194734"/>
            <a:ext cx="946404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896620"/>
            <a:ext cx="4642008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1336040"/>
            <a:ext cx="4642008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896620"/>
            <a:ext cx="4664869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1336040"/>
            <a:ext cx="4664869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72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73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243840"/>
            <a:ext cx="3539013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526627"/>
            <a:ext cx="5554980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1097280"/>
            <a:ext cx="3539013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06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243840"/>
            <a:ext cx="3539013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526627"/>
            <a:ext cx="5554980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1097280"/>
            <a:ext cx="3539013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863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26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194733"/>
            <a:ext cx="2366010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194733"/>
            <a:ext cx="6960870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22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194734"/>
            <a:ext cx="946404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973666"/>
            <a:ext cx="946404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3390054"/>
            <a:ext cx="246888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3390054"/>
            <a:ext cx="370332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3390054"/>
            <a:ext cx="246888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4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6645C60-7E96-B21D-14B3-BC5C57DD1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597" y="0"/>
            <a:ext cx="3657600" cy="36576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1CD6DE6-65AC-CF12-1437-8F42E2601F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31876" y="0"/>
            <a:ext cx="3657600" cy="36576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1029A53-9082-4014-C508-E43EC3E9B5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99409" y="0"/>
            <a:ext cx="3657600" cy="3657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93ABD9-A25C-BBC8-B617-6339029A4962}"/>
              </a:ext>
            </a:extLst>
          </p:cNvPr>
          <p:cNvSpPr txBox="1"/>
          <p:nvPr/>
        </p:nvSpPr>
        <p:spPr>
          <a:xfrm>
            <a:off x="1155651" y="0"/>
            <a:ext cx="152785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log pseudo-likelihood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16677A-102C-ADA5-2D60-ECDCDB4EB3C1}"/>
              </a:ext>
            </a:extLst>
          </p:cNvPr>
          <p:cNvSpPr txBox="1"/>
          <p:nvPr/>
        </p:nvSpPr>
        <p:spPr>
          <a:xfrm>
            <a:off x="4931555" y="0"/>
            <a:ext cx="152785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log pseudo-likelihood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9015FE-81D3-B06C-F243-2C7BD20EDDEB}"/>
              </a:ext>
            </a:extLst>
          </p:cNvPr>
          <p:cNvSpPr txBox="1"/>
          <p:nvPr/>
        </p:nvSpPr>
        <p:spPr>
          <a:xfrm>
            <a:off x="8557378" y="0"/>
            <a:ext cx="152785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log pseudo-likelihood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A6A750-4C3A-3C4C-F7AF-A680C815CF6F}"/>
              </a:ext>
            </a:extLst>
          </p:cNvPr>
          <p:cNvSpPr txBox="1"/>
          <p:nvPr/>
        </p:nvSpPr>
        <p:spPr>
          <a:xfrm>
            <a:off x="1485527" y="1799865"/>
            <a:ext cx="98963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     graph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1E51F-E779-B7F1-C333-577F80C746FA}"/>
              </a:ext>
            </a:extLst>
          </p:cNvPr>
          <p:cNvSpPr txBox="1"/>
          <p:nvPr/>
        </p:nvSpPr>
        <p:spPr>
          <a:xfrm>
            <a:off x="5200665" y="1801368"/>
            <a:ext cx="98963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     graph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2FD4EC-6988-AB5E-2D59-0B4481DB858D}"/>
              </a:ext>
            </a:extLst>
          </p:cNvPr>
          <p:cNvSpPr txBox="1"/>
          <p:nvPr/>
        </p:nvSpPr>
        <p:spPr>
          <a:xfrm>
            <a:off x="8826488" y="1801368"/>
            <a:ext cx="98963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     graph</a:t>
            </a:r>
          </a:p>
        </p:txBody>
      </p:sp>
    </p:spTree>
    <p:extLst>
      <p:ext uri="{BB962C8B-B14F-4D97-AF65-F5344CB8AC3E}">
        <p14:creationId xmlns:p14="http://schemas.microsoft.com/office/powerpoint/2010/main" val="1473778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12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Audrey Fu</dc:creator>
  <cp:lastModifiedBy>Audrey Fu</cp:lastModifiedBy>
  <cp:revision>7</cp:revision>
  <dcterms:created xsi:type="dcterms:W3CDTF">2026-01-21T18:14:20Z</dcterms:created>
  <dcterms:modified xsi:type="dcterms:W3CDTF">2026-02-01T01:34:46Z</dcterms:modified>
</cp:coreProperties>
</file>
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2188825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99"/>
    <p:restoredTop sz="94658"/>
  </p:normalViewPr>
  <p:slideViewPr>
    <p:cSldViewPr snapToGrid="0">
      <p:cViewPr>
        <p:scale>
          <a:sx n="130" d="100"/>
          <a:sy n="130" d="100"/>
        </p:scale>
        <p:origin x="192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598593"/>
            <a:ext cx="9141619" cy="1273387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1921087"/>
            <a:ext cx="9141619" cy="883073"/>
          </a:xfrm>
        </p:spPr>
        <p:txBody>
          <a:bodyPr/>
          <a:lstStyle>
            <a:lvl1pPr marL="0" indent="0" algn="ctr">
              <a:buNone/>
              <a:defRPr sz="1280"/>
            </a:lvl1pPr>
            <a:lvl2pPr marL="243825" indent="0" algn="ctr">
              <a:buNone/>
              <a:defRPr sz="1067"/>
            </a:lvl2pPr>
            <a:lvl3pPr marL="487650" indent="0" algn="ctr">
              <a:buNone/>
              <a:defRPr sz="960"/>
            </a:lvl3pPr>
            <a:lvl4pPr marL="731474" indent="0" algn="ctr">
              <a:buNone/>
              <a:defRPr sz="853"/>
            </a:lvl4pPr>
            <a:lvl5pPr marL="975299" indent="0" algn="ctr">
              <a:buNone/>
              <a:defRPr sz="853"/>
            </a:lvl5pPr>
            <a:lvl6pPr marL="1219124" indent="0" algn="ctr">
              <a:buNone/>
              <a:defRPr sz="853"/>
            </a:lvl6pPr>
            <a:lvl7pPr marL="1462949" indent="0" algn="ctr">
              <a:buNone/>
              <a:defRPr sz="853"/>
            </a:lvl7pPr>
            <a:lvl8pPr marL="1706773" indent="0" algn="ctr">
              <a:buNone/>
              <a:defRPr sz="853"/>
            </a:lvl8pPr>
            <a:lvl9pPr marL="1950598" indent="0" algn="ctr">
              <a:buNone/>
              <a:defRPr sz="8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3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4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911860"/>
            <a:ext cx="10512862" cy="152146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2447714"/>
            <a:ext cx="10512862" cy="800100"/>
          </a:xfrm>
        </p:spPr>
        <p:txBody>
          <a:bodyPr/>
          <a:lstStyle>
            <a:lvl1pPr marL="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1pPr>
            <a:lvl2pPr marL="243825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2pPr>
            <a:lvl3pPr marL="48765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3pPr>
            <a:lvl4pPr marL="73147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4pPr>
            <a:lvl5pPr marL="97529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5pPr>
            <a:lvl6pPr marL="1219124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6pPr>
            <a:lvl7pPr marL="1462949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7pPr>
            <a:lvl8pPr marL="170677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8pPr>
            <a:lvl9pPr marL="1950598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62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973666"/>
            <a:ext cx="5180251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973666"/>
            <a:ext cx="5180251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86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194734"/>
            <a:ext cx="10512862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896620"/>
            <a:ext cx="5156444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1336040"/>
            <a:ext cx="5156444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896620"/>
            <a:ext cx="5181838" cy="439420"/>
          </a:xfrm>
        </p:spPr>
        <p:txBody>
          <a:bodyPr anchor="b"/>
          <a:lstStyle>
            <a:lvl1pPr marL="0" indent="0">
              <a:buNone/>
              <a:defRPr sz="1280" b="1"/>
            </a:lvl1pPr>
            <a:lvl2pPr marL="243825" indent="0">
              <a:buNone/>
              <a:defRPr sz="1067" b="1"/>
            </a:lvl2pPr>
            <a:lvl3pPr marL="487650" indent="0">
              <a:buNone/>
              <a:defRPr sz="960" b="1"/>
            </a:lvl3pPr>
            <a:lvl4pPr marL="731474" indent="0">
              <a:buNone/>
              <a:defRPr sz="853" b="1"/>
            </a:lvl4pPr>
            <a:lvl5pPr marL="975299" indent="0">
              <a:buNone/>
              <a:defRPr sz="853" b="1"/>
            </a:lvl5pPr>
            <a:lvl6pPr marL="1219124" indent="0">
              <a:buNone/>
              <a:defRPr sz="853" b="1"/>
            </a:lvl6pPr>
            <a:lvl7pPr marL="1462949" indent="0">
              <a:buNone/>
              <a:defRPr sz="853" b="1"/>
            </a:lvl7pPr>
            <a:lvl8pPr marL="1706773" indent="0">
              <a:buNone/>
              <a:defRPr sz="853" b="1"/>
            </a:lvl8pPr>
            <a:lvl9pPr marL="1950598" indent="0">
              <a:buNone/>
              <a:defRPr sz="8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1336040"/>
            <a:ext cx="5181838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29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70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52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243840"/>
            <a:ext cx="3931213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526627"/>
            <a:ext cx="6170593" cy="2599267"/>
          </a:xfrm>
        </p:spPr>
        <p:txBody>
          <a:bodyPr/>
          <a:lstStyle>
            <a:lvl1pPr>
              <a:defRPr sz="1707"/>
            </a:lvl1pPr>
            <a:lvl2pPr>
              <a:defRPr sz="1493"/>
            </a:lvl2pPr>
            <a:lvl3pPr>
              <a:defRPr sz="128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1097280"/>
            <a:ext cx="3931213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73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243840"/>
            <a:ext cx="3931213" cy="853440"/>
          </a:xfrm>
        </p:spPr>
        <p:txBody>
          <a:bodyPr anchor="b"/>
          <a:lstStyle>
            <a:lvl1pPr>
              <a:defRPr sz="17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526627"/>
            <a:ext cx="6170593" cy="2599267"/>
          </a:xfrm>
        </p:spPr>
        <p:txBody>
          <a:bodyPr anchor="t"/>
          <a:lstStyle>
            <a:lvl1pPr marL="0" indent="0">
              <a:buNone/>
              <a:defRPr sz="1707"/>
            </a:lvl1pPr>
            <a:lvl2pPr marL="243825" indent="0">
              <a:buNone/>
              <a:defRPr sz="1493"/>
            </a:lvl2pPr>
            <a:lvl3pPr marL="487650" indent="0">
              <a:buNone/>
              <a:defRPr sz="1280"/>
            </a:lvl3pPr>
            <a:lvl4pPr marL="731474" indent="0">
              <a:buNone/>
              <a:defRPr sz="1067"/>
            </a:lvl4pPr>
            <a:lvl5pPr marL="975299" indent="0">
              <a:buNone/>
              <a:defRPr sz="1067"/>
            </a:lvl5pPr>
            <a:lvl6pPr marL="1219124" indent="0">
              <a:buNone/>
              <a:defRPr sz="1067"/>
            </a:lvl6pPr>
            <a:lvl7pPr marL="1462949" indent="0">
              <a:buNone/>
              <a:defRPr sz="1067"/>
            </a:lvl7pPr>
            <a:lvl8pPr marL="1706773" indent="0">
              <a:buNone/>
              <a:defRPr sz="1067"/>
            </a:lvl8pPr>
            <a:lvl9pPr marL="1950598" indent="0">
              <a:buNone/>
              <a:defRPr sz="10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1097280"/>
            <a:ext cx="3931213" cy="2032847"/>
          </a:xfrm>
        </p:spPr>
        <p:txBody>
          <a:bodyPr/>
          <a:lstStyle>
            <a:lvl1pPr marL="0" indent="0">
              <a:buNone/>
              <a:defRPr sz="853"/>
            </a:lvl1pPr>
            <a:lvl2pPr marL="243825" indent="0">
              <a:buNone/>
              <a:defRPr sz="747"/>
            </a:lvl2pPr>
            <a:lvl3pPr marL="487650" indent="0">
              <a:buNone/>
              <a:defRPr sz="640"/>
            </a:lvl3pPr>
            <a:lvl4pPr marL="731474" indent="0">
              <a:buNone/>
              <a:defRPr sz="533"/>
            </a:lvl4pPr>
            <a:lvl5pPr marL="975299" indent="0">
              <a:buNone/>
              <a:defRPr sz="533"/>
            </a:lvl5pPr>
            <a:lvl6pPr marL="1219124" indent="0">
              <a:buNone/>
              <a:defRPr sz="533"/>
            </a:lvl6pPr>
            <a:lvl7pPr marL="1462949" indent="0">
              <a:buNone/>
              <a:defRPr sz="533"/>
            </a:lvl7pPr>
            <a:lvl8pPr marL="1706773" indent="0">
              <a:buNone/>
              <a:defRPr sz="533"/>
            </a:lvl8pPr>
            <a:lvl9pPr marL="1950598" indent="0">
              <a:buNone/>
              <a:defRPr sz="5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33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27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194733"/>
            <a:ext cx="2628215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194733"/>
            <a:ext cx="7732286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DF2F1-B610-6E40-B5C2-F8D08E90BE5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33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194734"/>
            <a:ext cx="10512862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973666"/>
            <a:ext cx="10512862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3390054"/>
            <a:ext cx="2742486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DF2F1-B610-6E40-B5C2-F8D08E90BE5C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3390054"/>
            <a:ext cx="4113728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3390054"/>
            <a:ext cx="2742486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D0815-792B-3846-8E4B-A20BD3EF9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19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87650" rtl="0" eaLnBrk="1" latinLnBrk="0" hangingPunct="1">
        <a:lnSpc>
          <a:spcPct val="90000"/>
        </a:lnSpc>
        <a:spcBef>
          <a:spcPct val="0"/>
        </a:spcBef>
        <a:buNone/>
        <a:defRPr sz="23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912" indent="-121912" algn="l" defTabSz="48765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3" kern="1200">
          <a:solidFill>
            <a:schemeClr val="tx1"/>
          </a:solidFill>
          <a:latin typeface="+mn-lt"/>
          <a:ea typeface="+mn-ea"/>
          <a:cs typeface="+mn-cs"/>
        </a:defRPr>
      </a:lvl1pPr>
      <a:lvl2pPr marL="36573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2pPr>
      <a:lvl3pPr marL="609562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7" kern="1200">
          <a:solidFill>
            <a:schemeClr val="tx1"/>
          </a:solidFill>
          <a:latin typeface="+mn-lt"/>
          <a:ea typeface="+mn-ea"/>
          <a:cs typeface="+mn-cs"/>
        </a:defRPr>
      </a:lvl3pPr>
      <a:lvl4pPr marL="853387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1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34103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584861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828686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2072510" indent="-121912" algn="l" defTabSz="487650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1pPr>
      <a:lvl2pPr marL="243825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87650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3147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4pPr>
      <a:lvl5pPr marL="97529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5pPr>
      <a:lvl6pPr marL="1219124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6pPr>
      <a:lvl7pPr marL="1462949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7pPr>
      <a:lvl8pPr marL="1706773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8pPr>
      <a:lvl9pPr marL="1950598" algn="l" defTabSz="487650" rtl="0" eaLnBrk="1" latinLnBrk="0" hangingPunct="1">
        <a:defRPr sz="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AA3D99-355B-CDB9-81DC-196D76268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38" y="52126"/>
            <a:ext cx="3628465" cy="36284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7D2B41-042E-40C9-D99B-4D127A7A1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182" y="52126"/>
            <a:ext cx="3628465" cy="36284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AD5BA5-DC56-2D3E-B2D5-95B974E8D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527" y="52126"/>
            <a:ext cx="3628465" cy="362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778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Audrey Fu</dc:creator>
  <cp:lastModifiedBy>Audrey Fu</cp:lastModifiedBy>
  <cp:revision>3</cp:revision>
  <dcterms:created xsi:type="dcterms:W3CDTF">2026-01-21T18:14:20Z</dcterms:created>
  <dcterms:modified xsi:type="dcterms:W3CDTF">2026-01-21T18:47:48Z</dcterms:modified>
</cp:coreProperties>
</file>
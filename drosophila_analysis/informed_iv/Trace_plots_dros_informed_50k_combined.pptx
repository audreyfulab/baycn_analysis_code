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12188825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2"/>
    <p:restoredTop sz="94714"/>
  </p:normalViewPr>
  <p:slideViewPr>
    <p:cSldViewPr snapToGrid="0">
      <p:cViewPr>
        <p:scale>
          <a:sx n="220" d="100"/>
          <a:sy n="220" d="100"/>
        </p:scale>
        <p:origin x="-17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9FE89-70E4-6043-8833-A09FC5361E6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2913" y="1143000"/>
            <a:ext cx="102838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66ACA-F356-F143-93D4-1B06E411E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6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66ACA-F356-F143-93D4-1B06E411E7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1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598593"/>
            <a:ext cx="9141619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1921087"/>
            <a:ext cx="9141619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3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4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911860"/>
            <a:ext cx="10512862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2447714"/>
            <a:ext cx="10512862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2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973666"/>
            <a:ext cx="518025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973666"/>
            <a:ext cx="518025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8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194734"/>
            <a:ext cx="10512862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896620"/>
            <a:ext cx="5156444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1336040"/>
            <a:ext cx="515644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896620"/>
            <a:ext cx="5181838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1336040"/>
            <a:ext cx="518183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2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7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5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243840"/>
            <a:ext cx="39312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526627"/>
            <a:ext cx="6170593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097280"/>
            <a:ext cx="39312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7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243840"/>
            <a:ext cx="39312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526627"/>
            <a:ext cx="6170593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097280"/>
            <a:ext cx="39312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2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194733"/>
            <a:ext cx="262821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194733"/>
            <a:ext cx="7732286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3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194734"/>
            <a:ext cx="10512862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973666"/>
            <a:ext cx="10512862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3390054"/>
            <a:ext cx="2742486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DF2F1-B610-6E40-B5C2-F8D08E90BE5C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3390054"/>
            <a:ext cx="4113728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3390054"/>
            <a:ext cx="2742486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1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416091-B6C0-0469-0860-06A69EB02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54864"/>
            <a:ext cx="3657600" cy="36576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1170034-59DC-FF29-8BDF-518C6741D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9392" y="0"/>
            <a:ext cx="3657600" cy="3657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4340E6F-8546-671C-9CD3-F0D2640241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4464" y="0"/>
            <a:ext cx="3657600" cy="365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6CD5D0-B851-FF15-0BBA-06257761BDCF}"/>
              </a:ext>
            </a:extLst>
          </p:cNvPr>
          <p:cNvSpPr txBox="1"/>
          <p:nvPr/>
        </p:nvSpPr>
        <p:spPr>
          <a:xfrm>
            <a:off x="1487346" y="0"/>
            <a:ext cx="152785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pseudo-likelihood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431B5-B84C-A20B-9054-D2E299DDD597}"/>
              </a:ext>
            </a:extLst>
          </p:cNvPr>
          <p:cNvSpPr txBox="1"/>
          <p:nvPr/>
        </p:nvSpPr>
        <p:spPr>
          <a:xfrm>
            <a:off x="5541156" y="0"/>
            <a:ext cx="152785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pseudo-likelihood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DDF66-E970-770E-8083-388BA3002060}"/>
              </a:ext>
            </a:extLst>
          </p:cNvPr>
          <p:cNvSpPr txBox="1"/>
          <p:nvPr/>
        </p:nvSpPr>
        <p:spPr>
          <a:xfrm>
            <a:off x="9534536" y="0"/>
            <a:ext cx="152785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pseudo-likelihood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35057-CD40-4331-1C08-668AC4374C9F}"/>
              </a:ext>
            </a:extLst>
          </p:cNvPr>
          <p:cNvSpPr txBox="1"/>
          <p:nvPr/>
        </p:nvSpPr>
        <p:spPr>
          <a:xfrm>
            <a:off x="1817222" y="1799865"/>
            <a:ext cx="989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   graph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A5D59-1E16-498E-33EC-A30CD9315A7C}"/>
              </a:ext>
            </a:extLst>
          </p:cNvPr>
          <p:cNvSpPr txBox="1"/>
          <p:nvPr/>
        </p:nvSpPr>
        <p:spPr>
          <a:xfrm>
            <a:off x="5810266" y="1801368"/>
            <a:ext cx="989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   graph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D93F5-BD87-8C1D-ADFD-41A6B100DEB1}"/>
              </a:ext>
            </a:extLst>
          </p:cNvPr>
          <p:cNvSpPr txBox="1"/>
          <p:nvPr/>
        </p:nvSpPr>
        <p:spPr>
          <a:xfrm>
            <a:off x="9803646" y="1801368"/>
            <a:ext cx="989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   graph</a:t>
            </a:r>
          </a:p>
        </p:txBody>
      </p:sp>
    </p:spTree>
    <p:extLst>
      <p:ext uri="{BB962C8B-B14F-4D97-AF65-F5344CB8AC3E}">
        <p14:creationId xmlns:p14="http://schemas.microsoft.com/office/powerpoint/2010/main" val="147377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13</Words>
  <Application>Microsoft Macintosh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Fu</dc:creator>
  <cp:lastModifiedBy>Audrey Fu</cp:lastModifiedBy>
  <cp:revision>6</cp:revision>
  <dcterms:created xsi:type="dcterms:W3CDTF">2026-01-21T18:14:20Z</dcterms:created>
  <dcterms:modified xsi:type="dcterms:W3CDTF">2026-02-01T01:33:22Z</dcterms:modified>
</cp:coreProperties>
</file>